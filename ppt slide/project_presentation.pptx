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notesMasterIdLst>
    <p:notesMasterId r:id="rId15"/>
  </p:notesMasterIdLst>
  <p:sldIdLst>
    <p:sldId id="256" r:id="rId2"/>
    <p:sldId id="257" r:id="rId3"/>
    <p:sldId id="292" r:id="rId4"/>
    <p:sldId id="259" r:id="rId5"/>
    <p:sldId id="284" r:id="rId6"/>
    <p:sldId id="261" r:id="rId7"/>
    <p:sldId id="285" r:id="rId8"/>
    <p:sldId id="286" r:id="rId9"/>
    <p:sldId id="287" r:id="rId10"/>
    <p:sldId id="288" r:id="rId11"/>
    <p:sldId id="289" r:id="rId12"/>
    <p:sldId id="290" r:id="rId13"/>
    <p:sldId id="2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90450-3D7F-4F51-987F-617701DBF2A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84A9D-2091-40CB-845E-1213DD9AF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167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693B-9D83-3B0E-527F-CDB3A2100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10DE7-E4C8-6A55-F92C-B9017819B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76A30-198D-0588-E442-8D31AC41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C750D-65F3-4071-ACB3-C87FC137CBC5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388B-6E96-19F5-DD88-313722BC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BF94F-51B7-42D9-6BE9-336FC61A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0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9B42-7583-7767-39EA-21C3A484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26A0F-4881-8307-375B-9152B4CE0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0E709-C979-B7BE-B030-EA6CE1C0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3DCB-6D46-4AB5-BE0B-0D2870372F88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DCD24-ED66-5CBC-49DA-99B3A00E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20000-5B84-88F2-5B83-3DE5A31C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9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E5FB-E601-8C6E-476A-80DAFB5E5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CBD9C-8D69-0F4A-83D1-70E4D1275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4D438-F66A-71EB-10BD-01216503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679C2-1A36-4D04-93A4-0035FB0F8716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203D2-890F-F3EC-C6EE-47CED4A1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BAAD5-3749-2D04-8895-A0AD0AAA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F21C-D02A-4550-9EB2-4E116E8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B4AB0-9155-CCA7-1AE2-BDE79DF79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D6555-4A66-4E69-297A-5F42A2FEC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99178-B867-058B-7DE3-5343B430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3BCFC-852E-42F0-8951-12E07C4013E5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9231E-B11F-3509-4EA0-CD2FDA1BB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2002F-BDCE-F8DC-D090-BCF7E302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51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5534-9069-A12C-94FA-EABC8631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A65DC-8B55-93E1-AF0A-26CC17CA1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F3A3D-89D7-6010-1533-0219B736C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15FC5F-1D2F-C402-C4E1-E8A8490F7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FE4770-6B11-E0AD-9FD0-38139D0815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2FD84-AD28-2E79-DBEB-B2AF0591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A57EC-7502-4787-A5F4-26BBB15D4222}" type="datetime1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D81C9-D326-98E6-F189-4B43377C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EA9E9E-62E7-CCC0-B6E6-0320EB59B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9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6695-9179-0A20-8331-879488BF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AC41B3-D9FF-941E-6283-2079493D8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CEB1E-6706-424E-A62A-0786AFC6DFAB}" type="datetime1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03CED-CAF1-6074-4FC3-C17B5413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A5DFA-596B-3B66-ECFE-7D8CE3429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7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D4882-B001-713B-4C44-AF5423F01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4CEB8-1989-41D9-9D54-193B1B011A53}" type="datetime1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92E37-F0A7-086C-DFDA-CC7C6F54E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DBD3E-2081-437D-F13B-6809123A6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20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524D-BD95-DF7D-2873-13915BD46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4C816-4979-5403-9C02-6148F0536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090FF-6413-9562-BB00-2CC95B64C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8C718-1E9B-6668-B55E-42E2B31F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B69E8-5C3B-4B7E-9B52-772C14B2D6E7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9DB56-A689-68DB-DB70-40C6C2F0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C3DD1-1B2D-AA28-638C-2081D9C3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7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F46AE-96AC-22A0-8F34-47940062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4E614-C954-FD84-1DAD-657FBE1EF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F11CC-5B2B-0BC1-11D9-9D7B964A9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33F98-C7B4-D672-B950-9A795ABD9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4AF06-96EC-4DBF-8265-C4B9D16F5434}" type="datetime1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61C64-335F-DFE6-3E3E-EA2D46A6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54C06-6574-587A-0E60-64CD0EBF2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2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C7379-3406-B1E3-DE19-C1435F360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B7180-B279-F6FA-22AE-1614B1901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D8CA-08C3-ED77-FA8F-1860A6D4D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5A609-6DA8-419E-A444-6DC6A54DE61F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6D251-2BB2-F1BF-5F64-DD0B4623B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40957-7102-98FC-4749-5071D18E9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4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60670D-D097-98D1-049A-0DEAB235C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E0DBC-5CE8-8AD8-3648-685896091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2705C-532D-6D61-5C3F-33E022A83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C6710-C41C-4BE2-AC03-003D6E66644F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32B02-D251-5C96-54F6-F8024BC4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7FD1D-836B-E038-0B1B-877ACEA7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05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B6AEC2-D838-0982-31B3-54A5E320D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FD131-F92C-2A16-879F-B2541A988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C4527-AF07-C3F3-52FF-B01874FB07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E583A-7484-431F-A48F-EF3046FA3502}" type="datetime1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1C87A-30B4-1134-622E-605A83787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9647F-8CCF-8B97-1DD4-128D68210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CDE6E-BBE2-4913-B752-859F1540A9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6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B007-4CB7-A34B-BE9B-F34201DD2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Smart Agriculture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6A34-783D-D098-F7D1-ECBE186CD4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Syed zia Uddin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0F4C6-D046-54DF-77AA-4883242B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7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C788-C1A2-4B15-62F1-B66A65F9B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36B17-1970-6D5D-71E9-FCEFA205A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automate daily task performed by farmer through the use of mobile robot. Each mobile robot will comprise of following features;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+mj-lt"/>
              <a:buAutoNum type="roman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robots equipped with sensors and actuators (emulated)</a:t>
            </a:r>
          </a:p>
          <a:p>
            <a:pPr marL="971550" lvl="1" indent="-514350" algn="just">
              <a:buFont typeface="+mj-lt"/>
              <a:buAutoNum type="romanU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+mj-lt"/>
              <a:buAutoNum type="roman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mobile robot act as a IoT robot, that sends telemetry data and receive user commands over a network.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B8321-858B-B148-7A11-5A6C4C85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0D80A2-7B77-8016-746C-EC3FED91271B}"/>
              </a:ext>
            </a:extLst>
          </p:cNvPr>
          <p:cNvSpPr txBox="1"/>
          <p:nvPr/>
        </p:nvSpPr>
        <p:spPr>
          <a:xfrm>
            <a:off x="1448974" y="37279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415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7161-0A98-FBCF-D791-3B84AB7B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78CDB-4E94-5CA3-9AE3-F7C4D5C0A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architecture used (microservice).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using docker container.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protocol for backend services , HTTP protocol for front end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modular and portable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C5D17-E1F2-6B16-0115-D2843550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78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375E21B-82F7-16C1-5EE5-684A332ED6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BLOCK DIAGRAM.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0B5528-516E-B461-989B-E8699139E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1761"/>
            <a:ext cx="10233074" cy="493307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645D9C-D24F-D226-E626-6E2C379D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571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9407B-2A77-4DBC-002A-566176270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DESIGN ARCHITECTURE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0B89F-8B72-51C4-2470-C097AE80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26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653CE-4A05-B879-7DEC-C1BD952ED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550540-DC6F-2680-990E-720EF006B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63" y="138598"/>
            <a:ext cx="11560389" cy="664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6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B755-1722-FBA2-BCC7-624ADF67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ARCHITECTURE -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9D056-2482-EFCE-170E-333FF0CF0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50526" cy="45307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Mobile Robots: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robot encapsulate all the sensors and actuators (emulated).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Publishes robot telemetry data for data manager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Subscribed to receive user command via data manager &amp; collector.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Protocol used , QoS : 1 (Pub) ,QoS : 2 (Subs) , Data format: JSON</a:t>
            </a:r>
          </a:p>
          <a:p>
            <a:pPr marL="514350" indent="-514350" algn="just">
              <a:buAutoNum type="arabicPeriod" startAt="2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Manager &amp; Collector:	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subscribed to receive robot telemetry data.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Publishes the robot telemetry data for user service.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subscribed to receive user command via user service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publishes the user command for IoT robot based on Robot id.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memory storage ,MQTT Protocol , QoS: 1 &amp; 2 enabled, deployed using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F3EA5-C2A3-A75A-2C6E-353E0372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53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9609-B893-3B99-10A8-3B8A1A0A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7B824-8D4E-5FAD-7CE8-7D0259E71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50526" cy="133706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ARCHITECTURE – COMPONENTS…..(Cont’d)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F707-6970-3307-292C-84FBAA833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50526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User service: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as a bridge between data manager/collector &amp; Api server.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subscribed to receive robot telemetry from data manager via MQTT protocol and expose this data via HTTP to Api server.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User command via HTTP  from Api server and publish it for data manager via MQTT Protocol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Protocol &amp; HTTP used, in memory data storage , QoS : 1 &amp; 2 enabled , Data format: JSON , deployed using Docker.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Api Server:	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to start HTTP service for Api User. Use resource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RobotDataResource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send telemetry data to Api user.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resource 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RobotCommandResource 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send api user data to user service.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A0AB5-13FE-8B66-8E32-9E655DE5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54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81F9D-3609-B691-D703-C289B7B92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03745" cy="128111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ARCHITECTURE – COMPONENTS…..(Cont’d)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43159-806C-744C-2945-790B28A01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342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Broker.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Mosquito broker image version 2.0.12 is used, which is officially    available on docker hub.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61B93-AF1E-0AE0-0DED-64A6CFB4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377D-18D6-867D-76EB-614CEE2B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&amp; TEST: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CA7F5-5913-0BAA-B7AC-2F2172952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03745" cy="4293821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IoT mobile robot script is run in python ide.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other services are deployed through docker container and run via docker compose.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 is used for user interaction,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method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receive robot telemetry data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method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send user commands. (start ,stop , configure)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12C56-FE61-D9D5-87C6-53760745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51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69DB9-6DFE-0299-C7A0-A15B316B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11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C64B45-2603-0418-C743-C497972EF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929" y="163242"/>
            <a:ext cx="11241579" cy="619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46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FCDDD-42F6-1619-670D-691558C6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ED7DAC-E896-0B32-92C0-17508082F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32" y="160116"/>
            <a:ext cx="10704342" cy="645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BE2B-5F49-5F0D-D38F-8A605813D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810" y="289731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D0E07-D546-6CBE-2B27-4017BD62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CDE6E-BBE2-4913-B752-859F1540A92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05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</TotalTime>
  <Words>468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Smart Agriculture system</vt:lpstr>
      <vt:lpstr>OBJECTIVE:</vt:lpstr>
      <vt:lpstr>PROJECT FEATURES</vt:lpstr>
      <vt:lpstr>GENERAL BLOCK DIAGRAM.</vt:lpstr>
      <vt:lpstr>                       DESIGN ARCHITECTURE</vt:lpstr>
      <vt:lpstr>PowerPoint Presentation</vt:lpstr>
      <vt:lpstr>DESIGN ARCHITECTURE - COMPONENTS</vt:lpstr>
      <vt:lpstr>DESIGN ARCHITECTURE – COMPONENTS…..(Cont’d)</vt:lpstr>
      <vt:lpstr>DESIGN ARCHITECTURE – COMPONENTS…..(Cont’d)</vt:lpstr>
      <vt:lpstr>RUN &amp; TEST:</vt:lpstr>
      <vt:lpstr>PowerPoint Presentation</vt:lpstr>
      <vt:lpstr>PowerPoint Presentation</vt:lpstr>
      <vt:lpstr>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 Uddin BUKC</dc:creator>
  <cp:lastModifiedBy>Zia Uddin BUKC</cp:lastModifiedBy>
  <cp:revision>86</cp:revision>
  <dcterms:created xsi:type="dcterms:W3CDTF">2025-10-28T13:38:57Z</dcterms:created>
  <dcterms:modified xsi:type="dcterms:W3CDTF">2026-01-18T11:35:36Z</dcterms:modified>
</cp:coreProperties>
</file>